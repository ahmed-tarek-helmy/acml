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9144000" cy="6858000" type="screen4x3"/>
  <p:notesSz cx="6858000" cy="9144000"/>
  <p:defaultTextStyle>
    <a:defPPr>
      <a:defRPr lang="ar-EG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55246-FD2C-4903-8EC6-A495CE1F900C}" type="datetimeFigureOut">
              <a:rPr lang="ar-EG" smtClean="0"/>
              <a:t>22/09/1433</a:t>
            </a:fld>
            <a:endParaRPr lang="ar-E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469BD-2282-4DDA-B229-C7FDBEF84A3B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537551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E55246-FD2C-4903-8EC6-A495CE1F900C}" type="datetimeFigureOut">
              <a:rPr lang="ar-EG" smtClean="0"/>
              <a:t>22/09/1433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469BD-2282-4DDA-B229-C7FDBEF84A3B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218472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EG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 eaLnBrk="1" hangingPunct="1">
              <a:defRPr/>
            </a:pPr>
            <a:r>
              <a:rPr lang="en-US" sz="4400" i="0" smtClean="0">
                <a:latin typeface="Hacen Freehand" pitchFamily="2" charset="-78"/>
                <a:cs typeface="Hacen Freehand" pitchFamily="2" charset="-78"/>
              </a:rPr>
              <a:t> </a:t>
            </a:r>
            <a:r>
              <a:rPr lang="en-US" sz="4800" i="0" smtClean="0">
                <a:effectLst>
                  <a:outerShdw blurRad="38100" dist="38100" dir="2700000" algn="tl">
                    <a:srgbClr val="C0C0C0"/>
                  </a:outerShdw>
                </a:effectLst>
                <a:latin typeface="Hacen Freehand" pitchFamily="2" charset="-78"/>
                <a:cs typeface="Hacen Freehand" pitchFamily="2" charset="-78"/>
              </a:rPr>
              <a:t>Librarian                 </a:t>
            </a:r>
            <a:endParaRPr lang="en-US" sz="4400" i="0" dirty="0" smtClean="0">
              <a:latin typeface="Hacen Freehand" pitchFamily="2" charset="-78"/>
              <a:cs typeface="Hacen Freehand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890725"/>
      </p:ext>
    </p:extLst>
  </p:cSld>
  <p:clrMapOvr>
    <a:masterClrMapping/>
  </p:clrMapOvr>
  <p:transition spd="slow"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400770"/>
      </p:ext>
    </p:extLst>
  </p:cSld>
  <p:clrMapOvr>
    <a:masterClrMapping/>
  </p:clrMapOvr>
  <p:transition spd="slow">
    <p:blinds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kern="120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  <a:ea typeface="+mn-ea"/>
                <a:cs typeface="Hacen Extender X-Slant" pitchFamily="2" charset="-78"/>
              </a:rPr>
              <a:t>Contents</a:t>
            </a:r>
            <a:endParaRPr lang="en-US" sz="3600" kern="120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Black" pitchFamily="34" charset="0"/>
              <a:ea typeface="+mn-ea"/>
              <a:cs typeface="Hacen Extender X-Slant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362257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kern="120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  <a:ea typeface="+mn-ea"/>
                <a:cs typeface="Hacen Extender X-Slant" pitchFamily="2" charset="-78"/>
              </a:rPr>
              <a:t>ACML Experience</a:t>
            </a:r>
            <a:endParaRPr lang="en-US" sz="3600" kern="120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Black" pitchFamily="34" charset="0"/>
              <a:ea typeface="+mn-ea"/>
              <a:cs typeface="Hacen Extender X-Slant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795486"/>
      </p:ext>
    </p:extLst>
  </p:cSld>
  <p:clrMapOvr>
    <a:masterClrMapping/>
  </p:clrMapOvr>
  <p:transition spd="slow">
    <p:dissolv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kern="120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  <a:ea typeface="+mn-ea"/>
                <a:cs typeface="Hacen Extender X-Slant" pitchFamily="2" charset="-78"/>
              </a:rPr>
              <a:t>ACML Main Activities</a:t>
            </a:r>
            <a:endParaRPr lang="en-US" sz="3600" kern="120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Black" pitchFamily="34" charset="0"/>
              <a:ea typeface="+mn-ea"/>
              <a:cs typeface="Hacen Extender X-Slant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490547"/>
      </p:ext>
    </p:extLst>
  </p:cSld>
  <p:clrMapOvr>
    <a:masterClrMapping/>
  </p:clrMapOvr>
  <p:transition spd="slow">
    <p:dissolv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870583"/>
      </p:ext>
    </p:extLst>
  </p:cSld>
  <p:clrMapOvr>
    <a:masterClrMapping/>
  </p:clrMapOvr>
  <p:transition spd="slow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689783"/>
      </p:ext>
    </p:extLst>
  </p:cSld>
  <p:clrMapOvr>
    <a:masterClrMapping/>
  </p:clrMapOvr>
  <p:transition spd="slow">
    <p:circl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031645"/>
      </p:ext>
    </p:extLst>
  </p:cSld>
  <p:clrMapOvr>
    <a:masterClrMapping/>
  </p:clrMapOvr>
  <p:transition spd="slow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kern="120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  <a:ea typeface="+mn-ea"/>
                <a:cs typeface="Hacen Extender X-Slant" pitchFamily="2" charset="-78"/>
              </a:rPr>
              <a:t>Librarian Versions</a:t>
            </a:r>
            <a:endParaRPr lang="en-US" sz="3600" kern="120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Black" pitchFamily="34" charset="0"/>
              <a:ea typeface="+mn-ea"/>
              <a:cs typeface="Hacen Extender X-Slant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793342"/>
      </p:ext>
    </p:extLst>
  </p:cSld>
  <p:clrMapOvr>
    <a:masterClrMapping/>
  </p:clrMapOvr>
  <p:transition spd="slow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kern="120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  <a:ea typeface="+mn-ea"/>
                <a:cs typeface="Hacen Extender X-Slant" pitchFamily="2" charset="-78"/>
              </a:rPr>
              <a:t>Librarian Team work</a:t>
            </a:r>
            <a:endParaRPr lang="en-US" sz="3600" kern="120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Black" pitchFamily="34" charset="0"/>
              <a:ea typeface="+mn-ea"/>
              <a:cs typeface="Hacen Extender X-Slant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921767"/>
      </p:ext>
    </p:extLst>
  </p:cSld>
  <p:clrMapOvr>
    <a:masterClrMapping/>
  </p:clrMapOvr>
  <p:transition spd="slow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137703"/>
      </p:ext>
    </p:extLst>
  </p:cSld>
  <p:clrMapOvr>
    <a:masterClrMapping/>
  </p:clrMapOvr>
  <p:transition spd="slow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i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ill Sans Ultra Bold" pitchFamily="34" charset="0"/>
                <a:cs typeface="Hacen Extender" pitchFamily="2" charset="-78"/>
              </a:rPr>
              <a:t>Benefits and Features</a:t>
            </a:r>
            <a:endParaRPr lang="en-US" sz="2800" i="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Gill Sans Ultra Bold" pitchFamily="34" charset="0"/>
              <a:cs typeface="Hacen Extender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894786"/>
      </p:ext>
    </p:extLst>
  </p:cSld>
  <p:clrMapOvr>
    <a:masterClrMapping/>
  </p:clrMapOvr>
  <p:transition spd="slow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i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ill Sans Ultra Bold" pitchFamily="34" charset="0"/>
                <a:cs typeface="Hacen Extender" pitchFamily="2" charset="-78"/>
              </a:rPr>
              <a:t>Benefits and Features</a:t>
            </a:r>
            <a:endParaRPr lang="en-US" sz="2800" i="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Gill Sans Ultra Bold" pitchFamily="34" charset="0"/>
              <a:cs typeface="Hacen Extender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787737"/>
      </p:ext>
    </p:extLst>
  </p:cSld>
  <p:clrMapOvr>
    <a:masterClrMapping/>
  </p:clrMapOvr>
  <p:transition spd="slow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i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ill Sans Ultra Bold" pitchFamily="34" charset="0"/>
                <a:cs typeface="Hacen Extender" pitchFamily="2" charset="-78"/>
              </a:rPr>
              <a:t>Benefits and Features</a:t>
            </a:r>
            <a:endParaRPr lang="en-US" sz="2800" i="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Gill Sans Ultra Bold" pitchFamily="34" charset="0"/>
              <a:cs typeface="Hacen Extender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254505"/>
      </p:ext>
    </p:extLst>
  </p:cSld>
  <p:clrMapOvr>
    <a:masterClrMapping/>
  </p:clrMapOvr>
  <p:transition spd="slow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i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ill Sans Ultra Bold" pitchFamily="34" charset="0"/>
                <a:cs typeface="Hacen Extender" pitchFamily="2" charset="-78"/>
              </a:rPr>
              <a:t>Benefits and Features</a:t>
            </a:r>
            <a:endParaRPr lang="en-US" sz="2800" i="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Gill Sans Ultra Bold" pitchFamily="34" charset="0"/>
              <a:cs typeface="Hacen Extender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561429"/>
      </p:ext>
    </p:extLst>
  </p:cSld>
  <p:clrMapOvr>
    <a:masterClrMapping/>
  </p:clrMapOvr>
  <p:transition spd="slow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i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ill Sans Ultra Bold" pitchFamily="34" charset="0"/>
                <a:cs typeface="Hacen Extender" pitchFamily="2" charset="-78"/>
              </a:rPr>
              <a:t>Benefits and Features</a:t>
            </a:r>
            <a:endParaRPr lang="en-US" sz="2800" i="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Gill Sans Ultra Bold" pitchFamily="34" charset="0"/>
              <a:cs typeface="Hacen Extender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802893"/>
      </p:ext>
    </p:extLst>
  </p:cSld>
  <p:clrMapOvr>
    <a:masterClrMapping/>
  </p:clrMapOvr>
  <p:transition spd="slow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i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ill Sans Ultra Bold" pitchFamily="34" charset="0"/>
                <a:cs typeface="Hacen Extender" pitchFamily="2" charset="-78"/>
              </a:rPr>
              <a:t>Benefits and Features</a:t>
            </a:r>
            <a:endParaRPr lang="en-US" sz="2800" i="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Gill Sans Ultra Bold" pitchFamily="34" charset="0"/>
              <a:cs typeface="Hacen Extender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199133"/>
      </p:ext>
    </p:extLst>
  </p:cSld>
  <p:clrMapOvr>
    <a:masterClrMapping/>
  </p:clrMapOvr>
  <p:transition spd="slow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i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ill Sans Ultra Bold" pitchFamily="34" charset="0"/>
                <a:cs typeface="Hacen Extender" pitchFamily="2" charset="-78"/>
              </a:rPr>
              <a:t>Modules supported by Librarian A</a:t>
            </a:r>
            <a:endParaRPr lang="en-US" sz="2800" i="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Gill Sans Ultra Bold" pitchFamily="34" charset="0"/>
              <a:cs typeface="Hacen Extender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436860"/>
      </p:ext>
    </p:extLst>
  </p:cSld>
  <p:clrMapOvr>
    <a:masterClrMapping/>
  </p:clrMapOvr>
  <p:transition spd="slow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610863"/>
      </p:ext>
    </p:extLst>
  </p:cSld>
  <p:clrMapOvr>
    <a:masterClrMapping/>
  </p:clrMapOvr>
  <p:transition spd="slow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600" smtClean="0">
                <a:latin typeface="Aharoni" pitchFamily="2" charset="-79"/>
                <a:cs typeface="Aharoni" pitchFamily="2" charset="-79"/>
              </a:rPr>
              <a:t>Management system</a:t>
            </a:r>
            <a:endParaRPr lang="en-US" sz="3600" i="0" dirty="0" smtClean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haroni" pitchFamily="2" charset="-79"/>
              <a:cs typeface="Aharoni" pitchFamily="2" charset="-79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229403"/>
      </p:ext>
    </p:extLst>
  </p:cSld>
  <p:clrMapOvr>
    <a:masterClrMapping/>
  </p:clrMapOvr>
  <p:transition spd="slow">
    <p:randomBar dir="vert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977730"/>
      </p:ext>
    </p:extLst>
  </p:cSld>
  <p:clrMapOvr>
    <a:masterClrMapping/>
  </p:clrMapOvr>
  <p:transition spd="slow">
    <p:randomBar dir="vert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341393"/>
      </p:ext>
    </p:extLst>
  </p:cSld>
  <p:clrMapOvr>
    <a:masterClrMapping/>
  </p:clrMapOvr>
  <p:transition spd="slow">
    <p:wheel spokes="1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Acquisition</a:t>
            </a:r>
            <a:endParaRPr lang="en-US" sz="4000" i="0" dirty="0" smtClean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acen Extender" pitchFamily="2" charset="-78"/>
              <a:cs typeface="Hacen Extender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813851"/>
      </p:ext>
    </p:extLst>
  </p:cSld>
  <p:clrMapOvr>
    <a:masterClrMapping/>
  </p:clrMapOvr>
  <p:transition spd="slow">
    <p:wheel spokes="1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347352"/>
      </p:ext>
    </p:extLst>
  </p:cSld>
  <p:clrMapOvr>
    <a:masterClrMapping/>
  </p:clrMapOvr>
  <p:transition spd="slow">
    <p:wheel spokes="1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271128"/>
      </p:ext>
    </p:extLst>
  </p:cSld>
  <p:clrMapOvr>
    <a:masterClrMapping/>
  </p:clrMapOvr>
  <p:transition spd="slow">
    <p:wheel spokes="1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609085"/>
      </p:ext>
    </p:extLst>
  </p:cSld>
  <p:clrMapOvr>
    <a:masterClrMapping/>
  </p:clrMapOvr>
  <p:transition spd="slow">
    <p:wheel spokes="1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105783"/>
      </p:ext>
    </p:extLst>
  </p:cSld>
  <p:clrMapOvr>
    <a:masterClrMapping/>
  </p:clrMapOvr>
  <p:transition spd="slow">
    <p:checker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Cataloging</a:t>
            </a:r>
            <a:endParaRPr lang="en-US" sz="4000" i="0" dirty="0" smtClean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acen Extender" pitchFamily="2" charset="-78"/>
              <a:cs typeface="Hacen Extender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895441"/>
      </p:ext>
    </p:extLst>
  </p:cSld>
  <p:clrMapOvr>
    <a:masterClrMapping/>
  </p:clrMapOvr>
  <p:transition spd="slow">
    <p:checker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240801"/>
      </p:ext>
    </p:extLst>
  </p:cSld>
  <p:clrMapOvr>
    <a:masterClrMapping/>
  </p:clrMapOvr>
  <p:transition spd="slow">
    <p:checker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520890"/>
      </p:ext>
    </p:extLst>
  </p:cSld>
  <p:clrMapOvr>
    <a:masterClrMapping/>
  </p:clrMapOvr>
  <p:transition spd="slow">
    <p:checker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566784"/>
      </p:ext>
    </p:extLst>
  </p:cSld>
  <p:clrMapOvr>
    <a:masterClrMapping/>
  </p:clrMapOvr>
  <p:transition spd="slow">
    <p:cover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Periodicals Control</a:t>
            </a:r>
            <a:endParaRPr lang="en-US" sz="4000" i="0" dirty="0" smtClean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acen Extender" pitchFamily="2" charset="-78"/>
              <a:cs typeface="Hacen Extender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201936"/>
      </p:ext>
    </p:extLst>
  </p:cSld>
  <p:clrMapOvr>
    <a:masterClrMapping/>
  </p:clrMapOvr>
  <p:transition spd="slow">
    <p:cover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715412"/>
      </p:ext>
    </p:extLst>
  </p:cSld>
  <p:clrMapOvr>
    <a:masterClrMapping/>
  </p:clrMapOvr>
  <p:transition spd="slow">
    <p:cover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27699"/>
      </p:ext>
    </p:extLst>
  </p:cSld>
  <p:clrMapOvr>
    <a:masterClrMapping/>
  </p:clrMapOvr>
  <p:transition spd="slow">
    <p:cover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134492"/>
      </p:ext>
    </p:extLst>
  </p:cSld>
  <p:clrMapOvr>
    <a:masterClrMapping/>
  </p:clrMapOvr>
  <p:transition spd="slow">
    <p:randomBar dir="vert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40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Circulation</a:t>
            </a:r>
            <a:endParaRPr lang="en-US" sz="4400" i="0" dirty="0" smtClean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acen Extender" pitchFamily="2" charset="-78"/>
              <a:cs typeface="Hacen Extender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83556"/>
      </p:ext>
    </p:extLst>
  </p:cSld>
  <p:clrMapOvr>
    <a:masterClrMapping/>
  </p:clrMapOvr>
  <p:transition spd="slow">
    <p:randomBar dir="vert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863952"/>
      </p:ext>
    </p:extLst>
  </p:cSld>
  <p:clrMapOvr>
    <a:masterClrMapping/>
  </p:clrMapOvr>
  <p:transition spd="slow">
    <p:randomBar dir="vert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229177"/>
      </p:ext>
    </p:extLst>
  </p:cSld>
  <p:clrMapOvr>
    <a:masterClrMapping/>
  </p:clrMapOvr>
  <p:transition spd="slow">
    <p:circl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400" i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acen Extender" pitchFamily="2" charset="-78"/>
                <a:cs typeface="Hacen Extender" pitchFamily="2" charset="-78"/>
              </a:rPr>
              <a:t>OPAC</a:t>
            </a:r>
            <a:endParaRPr lang="en-US" sz="4400" i="0" dirty="0" smtClean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acen Extender" pitchFamily="2" charset="-78"/>
              <a:cs typeface="Hacen Extender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757210"/>
      </p:ext>
    </p:extLst>
  </p:cSld>
  <p:clrMapOvr>
    <a:masterClrMapping/>
  </p:clrMapOvr>
  <p:transition spd="slow">
    <p:circl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356180"/>
      </p:ext>
    </p:extLst>
  </p:cSld>
  <p:clrMapOvr>
    <a:masterClrMapping/>
  </p:clrMapOvr>
  <p:transition spd="slow">
    <p:circl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227145"/>
      </p:ext>
    </p:extLst>
  </p:cSld>
  <p:clrMapOvr>
    <a:masterClrMapping/>
  </p:clrMapOvr>
  <p:transition spd="slow">
    <p:circl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438098"/>
      </p:ext>
    </p:extLst>
  </p:cSld>
  <p:clrMapOvr>
    <a:masterClrMapping/>
  </p:clrMapOvr>
  <p:transition spd="slow">
    <p:circl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789773"/>
      </p:ext>
    </p:extLst>
  </p:cSld>
  <p:clrMapOvr>
    <a:masterClrMapping/>
  </p:clrMapOvr>
  <p:transition spd="slow">
    <p:circl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473646"/>
      </p:ext>
    </p:extLst>
  </p:cSld>
  <p:clrMapOvr>
    <a:masterClrMapping/>
  </p:clrMapOvr>
  <p:transition spd="slow">
    <p:pull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20152"/>
      </p:ext>
    </p:extLst>
  </p:cSld>
  <p:clrMapOvr>
    <a:masterClrMapping/>
  </p:clrMapOvr>
  <p:transition spd="slow">
    <p:pull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632984"/>
      </p:ext>
    </p:extLst>
  </p:cSld>
  <p:clrMapOvr>
    <a:masterClrMapping/>
  </p:clrMapOvr>
  <p:transition spd="slow">
    <p:pull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523934"/>
      </p:ext>
    </p:extLst>
  </p:cSld>
  <p:clrMapOvr>
    <a:masterClrMapping/>
  </p:clrMapOvr>
  <p:transition spd="slow">
    <p:pull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68290"/>
      </p:ext>
    </p:extLst>
  </p:cSld>
  <p:clrMapOvr>
    <a:masterClrMapping/>
  </p:clrMapOvr>
  <p:transition spd="slow">
    <p:pull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8244"/>
      </p:ext>
    </p:extLst>
  </p:cSld>
  <p:clrMapOvr>
    <a:masterClrMapping/>
  </p:clrMapOvr>
  <p:transition spd="slow">
    <p:pull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8118"/>
      </p:ext>
    </p:extLst>
  </p:cSld>
  <p:clrMapOvr>
    <a:masterClrMapping/>
  </p:clrMapOvr>
  <p:transition spd="slow">
    <p:pull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956169"/>
      </p:ext>
    </p:extLst>
  </p:cSld>
  <p:clrMapOvr>
    <a:masterClrMapping/>
  </p:clrMapOvr>
  <p:transition spd="slow">
    <p:pull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kern="120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  <a:ea typeface="+mn-ea"/>
                <a:cs typeface="Hacen Extender X-Slant" pitchFamily="2" charset="-78"/>
              </a:rPr>
              <a:t>Reports</a:t>
            </a:r>
            <a:endParaRPr lang="en-US" sz="3600" kern="120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Black" pitchFamily="34" charset="0"/>
              <a:ea typeface="+mn-ea"/>
              <a:cs typeface="Hacen Extender X-Slant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838754"/>
      </p:ext>
    </p:extLst>
  </p:cSld>
  <p:clrMapOvr>
    <a:masterClrMapping/>
  </p:clrMapOvr>
  <p:transition spd="slow">
    <p:pull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696954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Microsoft Office PowerPoint</Application>
  <PresentationFormat>On-screen Show (4:3)</PresentationFormat>
  <Paragraphs>20</Paragraphs>
  <Slides>53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4" baseType="lpstr">
      <vt:lpstr>Office Theme</vt:lpstr>
      <vt:lpstr> Librarian                 </vt:lpstr>
      <vt:lpstr>PowerPoint Presentation</vt:lpstr>
      <vt:lpstr>Contents</vt:lpstr>
      <vt:lpstr>ACML Experience</vt:lpstr>
      <vt:lpstr>ACML Main Activities</vt:lpstr>
      <vt:lpstr>PowerPoint Presentation</vt:lpstr>
      <vt:lpstr>PowerPoint Presentation</vt:lpstr>
      <vt:lpstr>PowerPoint Presentation</vt:lpstr>
      <vt:lpstr>Librarian Versions</vt:lpstr>
      <vt:lpstr>Librarian Team work</vt:lpstr>
      <vt:lpstr>PowerPoint Presentation</vt:lpstr>
      <vt:lpstr>Benefits and Features</vt:lpstr>
      <vt:lpstr>Benefits and Features</vt:lpstr>
      <vt:lpstr>Benefits and Features</vt:lpstr>
      <vt:lpstr>Benefits and Features</vt:lpstr>
      <vt:lpstr>Benefits and Features</vt:lpstr>
      <vt:lpstr>Benefits and Features</vt:lpstr>
      <vt:lpstr>Modules supported by Librarian A</vt:lpstr>
      <vt:lpstr>PowerPoint Presentation</vt:lpstr>
      <vt:lpstr>Management system</vt:lpstr>
      <vt:lpstr>PowerPoint Presentation</vt:lpstr>
      <vt:lpstr>PowerPoint Presentation</vt:lpstr>
      <vt:lpstr>Acquisition</vt:lpstr>
      <vt:lpstr>PowerPoint Presentation</vt:lpstr>
      <vt:lpstr>PowerPoint Presentation</vt:lpstr>
      <vt:lpstr>PowerPoint Presentation</vt:lpstr>
      <vt:lpstr>PowerPoint Presentation</vt:lpstr>
      <vt:lpstr>Cataloging</vt:lpstr>
      <vt:lpstr>PowerPoint Presentation</vt:lpstr>
      <vt:lpstr>PowerPoint Presentation</vt:lpstr>
      <vt:lpstr>PowerPoint Presentation</vt:lpstr>
      <vt:lpstr>Periodicals Control</vt:lpstr>
      <vt:lpstr>PowerPoint Presentation</vt:lpstr>
      <vt:lpstr>PowerPoint Presentation</vt:lpstr>
      <vt:lpstr>PowerPoint Presentation</vt:lpstr>
      <vt:lpstr>Circulation</vt:lpstr>
      <vt:lpstr>PowerPoint Presentation</vt:lpstr>
      <vt:lpstr>PowerPoint Presentation</vt:lpstr>
      <vt:lpstr>OPAC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Reports</vt:lpstr>
      <vt:lpstr>PowerPoint Presentation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Librarian                 </dc:title>
  <dc:creator>HP</dc:creator>
  <cp:lastModifiedBy>HP</cp:lastModifiedBy>
  <cp:revision>1</cp:revision>
  <dcterms:created xsi:type="dcterms:W3CDTF">2012-08-09T12:45:52Z</dcterms:created>
  <dcterms:modified xsi:type="dcterms:W3CDTF">2012-08-09T12:45:52Z</dcterms:modified>
</cp:coreProperties>
</file>