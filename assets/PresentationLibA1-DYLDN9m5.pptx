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6" d="100"/>
          <a:sy n="66" d="100"/>
        </p:scale>
        <p:origin x="-1506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8C59-945D-4EA5-B6E9-6D2767338077}" type="datetimeFigureOut">
              <a:rPr lang="ar-EG" smtClean="0"/>
              <a:t>12/09/1433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E169C-6E52-4D96-9EB3-6D4B3E3EAC5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7552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F8C59-945D-4EA5-B6E9-6D2767338077}" type="datetimeFigureOut">
              <a:rPr lang="ar-EG" smtClean="0"/>
              <a:t>12/09/1433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E169C-6E52-4D96-9EB3-6D4B3E3EAC5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6760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 eaLnBrk="1" hangingPunct="1">
              <a:defRPr/>
            </a:pPr>
            <a:r>
              <a:rPr lang="en-US" sz="4400" i="0" smtClean="0">
                <a:latin typeface="Hacen Freehand" pitchFamily="2" charset="-78"/>
                <a:cs typeface="Hacen Freehand" pitchFamily="2" charset="-78"/>
              </a:rPr>
              <a:t> </a:t>
            </a:r>
            <a:r>
              <a:rPr lang="ar-EG" sz="4800" i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acen Freehand" pitchFamily="2" charset="-78"/>
                <a:cs typeface="Hacen Freehand" pitchFamily="2" charset="-78"/>
              </a:rPr>
              <a:t>المكتبي</a:t>
            </a:r>
            <a:br>
              <a:rPr lang="ar-EG" sz="4800" i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acen Freehand" pitchFamily="2" charset="-78"/>
                <a:cs typeface="Hacen Freehand" pitchFamily="2" charset="-78"/>
              </a:rPr>
            </a:br>
            <a:r>
              <a:rPr lang="ar-EG" sz="2800" i="0" smtClean="0">
                <a:effectLst>
                  <a:outerShdw blurRad="38100" dist="38100" dir="2700000" algn="tl">
                    <a:srgbClr val="C0C0C0"/>
                  </a:outerShdw>
                </a:effectLst>
                <a:latin typeface="Hacen Typographer Heavy" pitchFamily="2" charset="-78"/>
                <a:cs typeface="Hacen Typographer Heavy" pitchFamily="2" charset="-78"/>
              </a:rPr>
              <a:t>البرنامج الإلكترونى المتكامل لإدارة المكتبات</a:t>
            </a:r>
            <a:r>
              <a:rPr lang="ar-EG" sz="4400" i="0" smtClean="0">
                <a:latin typeface="Hacen Freehand" pitchFamily="2" charset="-78"/>
                <a:cs typeface="Hacen Freehand" pitchFamily="2" charset="-78"/>
              </a:rPr>
              <a:t> </a:t>
            </a:r>
            <a:endParaRPr lang="en-US" sz="4400" i="0" dirty="0" smtClean="0">
              <a:latin typeface="Hacen Freehand" pitchFamily="2" charset="-78"/>
              <a:cs typeface="Hacen Freehand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12636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4380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ar-EG" sz="4800" i="0" smtClean="0">
                <a:solidFill>
                  <a:srgbClr val="FF3300"/>
                </a:solidFill>
                <a:latin typeface="Hacen Extender" pitchFamily="2" charset="-78"/>
                <a:cs typeface="Hacen Extender" pitchFamily="2" charset="-78"/>
              </a:rPr>
              <a:t>المحتويات</a:t>
            </a:r>
            <a:endParaRPr lang="en-US" sz="4800" i="0" smtClean="0">
              <a:solidFill>
                <a:srgbClr val="FF3300"/>
              </a:solidFill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3307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ar-EG" sz="3600" i="0" smtClean="0">
                <a:solidFill>
                  <a:srgbClr val="FF3300"/>
                </a:solidFill>
                <a:latin typeface="Hacen Extender" pitchFamily="2" charset="-78"/>
                <a:cs typeface="Hacen Extender" pitchFamily="2" charset="-78"/>
              </a:rPr>
              <a:t>أكمل مصر والخبرات السابقة</a:t>
            </a:r>
            <a:endParaRPr lang="en-US" sz="3600" i="0" smtClean="0">
              <a:solidFill>
                <a:srgbClr val="FF3300"/>
              </a:solidFill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15432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ar-EG" sz="3600" i="0" smtClean="0">
                <a:solidFill>
                  <a:srgbClr val="FF3300"/>
                </a:solidFill>
                <a:latin typeface="Hacen Extender" pitchFamily="2" charset="-78"/>
                <a:cs typeface="Hacen Extender" pitchFamily="2" charset="-78"/>
              </a:rPr>
              <a:t>أكمل مصر الأنشطة الرئيسية</a:t>
            </a:r>
            <a:endParaRPr lang="en-US" sz="3600" i="0" smtClean="0">
              <a:solidFill>
                <a:srgbClr val="FF3300"/>
              </a:solidFill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65446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257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1917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4170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701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ar-EG" sz="3600" i="0" smtClean="0">
                <a:solidFill>
                  <a:srgbClr val="FF3300"/>
                </a:solidFill>
                <a:latin typeface="Hacen Extender" pitchFamily="2" charset="-78"/>
                <a:cs typeface="Hacen Extender" pitchFamily="2" charset="-78"/>
              </a:rPr>
              <a:t>اصدارات برنامج المكتبي</a:t>
            </a:r>
            <a:endParaRPr lang="en-US" sz="3600" i="0" smtClean="0">
              <a:solidFill>
                <a:srgbClr val="FF3300"/>
              </a:solidFill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512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ar-EG" sz="3600" i="0" smtClean="0">
                <a:solidFill>
                  <a:srgbClr val="FF3300"/>
                </a:solidFill>
                <a:latin typeface="Hacen Extender" pitchFamily="2" charset="-78"/>
                <a:cs typeface="Hacen Extender" pitchFamily="2" charset="-78"/>
              </a:rPr>
              <a:t>فريق عمل برنامج المكتبي</a:t>
            </a:r>
            <a:endParaRPr lang="en-US" sz="3600" i="0" smtClean="0">
              <a:solidFill>
                <a:srgbClr val="FF3300"/>
              </a:solidFill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7061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ar-EG" sz="4000" i="0" smtClean="0">
                <a:solidFill>
                  <a:srgbClr val="FF3300"/>
                </a:solidFill>
                <a:latin typeface="Hacen Extender" pitchFamily="2" charset="-78"/>
                <a:cs typeface="Hacen Extender" pitchFamily="2" charset="-78"/>
              </a:rPr>
              <a:t>التخصيص</a:t>
            </a:r>
            <a:endParaRPr lang="en-US" sz="4000" i="0" smtClean="0">
              <a:solidFill>
                <a:srgbClr val="FF3300"/>
              </a:solidFill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293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فوائد ومميزات برنامج المكتبي</a:t>
            </a:r>
            <a:endParaRPr lang="en-US" sz="36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5061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فوائد ومميزات برنامج المكتبي</a:t>
            </a:r>
            <a:endParaRPr lang="en-US" sz="36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213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فوائد ومميزات برنامج المكتبي</a:t>
            </a:r>
            <a:endParaRPr lang="en-US" sz="36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500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فوائد ومميزات برنامج المكتبي</a:t>
            </a:r>
            <a:endParaRPr lang="en-US" sz="36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6555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فوائد ومميزات برنامج المكتبي</a:t>
            </a:r>
            <a:endParaRPr lang="en-US" sz="36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768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فوائد ومميزات برنامج المكتبي</a:t>
            </a:r>
            <a:endParaRPr lang="en-US" sz="36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4487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الأنمــاط التي يدعمهـا المـكتبي</a:t>
            </a:r>
            <a:endParaRPr lang="en-US" sz="36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9046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1278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36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نمط إدارة النظام</a:t>
            </a:r>
            <a:endParaRPr lang="en-US" sz="36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79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927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348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0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نمط التزويد</a:t>
            </a:r>
            <a:endParaRPr lang="en-US" sz="40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982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560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3588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933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05915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0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نمط الفهرسة</a:t>
            </a:r>
            <a:endParaRPr lang="en-US" sz="40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22201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21925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0921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339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0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ضبط الدوريات</a:t>
            </a:r>
            <a:endParaRPr lang="en-US" sz="40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146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499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421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610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4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نمط الإعارة</a:t>
            </a:r>
            <a:endParaRPr lang="en-US" sz="44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094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4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شاشة إستعارة مصدر</a:t>
            </a:r>
            <a:endParaRPr lang="en-US" sz="4400" i="0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2895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0314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4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نمط البحث</a:t>
            </a:r>
            <a:endParaRPr lang="en-US" sz="44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4961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4060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764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2056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72693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340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9677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429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143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1685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19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369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ar-EG" sz="4400" i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acen Extender" pitchFamily="2" charset="-78"/>
                <a:cs typeface="Hacen Extender" pitchFamily="2" charset="-78"/>
              </a:rPr>
              <a:t>نمط التقارير</a:t>
            </a:r>
            <a:endParaRPr lang="en-US" sz="4400" i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acen Extender" pitchFamily="2" charset="-78"/>
              <a:cs typeface="Hacen Extender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8043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490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</Words>
  <Application>Microsoft Office PowerPoint</Application>
  <PresentationFormat>On-screen Show (4:3)</PresentationFormat>
  <Paragraphs>22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 المكتبي البرنامج الإلكترونى المتكامل لإدارة المكتبات </vt:lpstr>
      <vt:lpstr>PowerPoint Presentation</vt:lpstr>
      <vt:lpstr>المحتويات</vt:lpstr>
      <vt:lpstr>أكمل مصر والخبرات السابقة</vt:lpstr>
      <vt:lpstr>أكمل مصر الأنشطة الرئيسية</vt:lpstr>
      <vt:lpstr>PowerPoint Presentation</vt:lpstr>
      <vt:lpstr>PowerPoint Presentation</vt:lpstr>
      <vt:lpstr>PowerPoint Presentation</vt:lpstr>
      <vt:lpstr>اصدارات برنامج المكتبي</vt:lpstr>
      <vt:lpstr>فريق عمل برنامج المكتبي</vt:lpstr>
      <vt:lpstr>التخصيص</vt:lpstr>
      <vt:lpstr>فوائد ومميزات برنامج المكتبي</vt:lpstr>
      <vt:lpstr>فوائد ومميزات برنامج المكتبي</vt:lpstr>
      <vt:lpstr>فوائد ومميزات برنامج المكتبي</vt:lpstr>
      <vt:lpstr>فوائد ومميزات برنامج المكتبي</vt:lpstr>
      <vt:lpstr>فوائد ومميزات برنامج المكتبي</vt:lpstr>
      <vt:lpstr>فوائد ومميزات برنامج المكتبي</vt:lpstr>
      <vt:lpstr>الأنمــاط التي يدعمهـا المـكتبي</vt:lpstr>
      <vt:lpstr>PowerPoint Presentation</vt:lpstr>
      <vt:lpstr>نمط إدارة النظام</vt:lpstr>
      <vt:lpstr>PowerPoint Presentation</vt:lpstr>
      <vt:lpstr>PowerPoint Presentation</vt:lpstr>
      <vt:lpstr>نمط التزويد</vt:lpstr>
      <vt:lpstr>PowerPoint Presentation</vt:lpstr>
      <vt:lpstr>PowerPoint Presentation</vt:lpstr>
      <vt:lpstr>PowerPoint Presentation</vt:lpstr>
      <vt:lpstr>PowerPoint Presentation</vt:lpstr>
      <vt:lpstr>نمط الفهرسة</vt:lpstr>
      <vt:lpstr>PowerPoint Presentation</vt:lpstr>
      <vt:lpstr>PowerPoint Presentation</vt:lpstr>
      <vt:lpstr>PowerPoint Presentation</vt:lpstr>
      <vt:lpstr>ضبط الدوريات</vt:lpstr>
      <vt:lpstr>PowerPoint Presentation</vt:lpstr>
      <vt:lpstr>PowerPoint Presentation</vt:lpstr>
      <vt:lpstr>PowerPoint Presentation</vt:lpstr>
      <vt:lpstr>نمط الإعارة</vt:lpstr>
      <vt:lpstr>شاشة إستعارة مصدر</vt:lpstr>
      <vt:lpstr>PowerPoint Presentation</vt:lpstr>
      <vt:lpstr>نمط البحث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نمط التقارير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المكتبي البرنامج الإلكترونى المتكامل لإدارة المكتبات </dc:title>
  <dc:creator>HP</dc:creator>
  <cp:lastModifiedBy>HP</cp:lastModifiedBy>
  <cp:revision>2</cp:revision>
  <dcterms:created xsi:type="dcterms:W3CDTF">2012-07-30T12:11:31Z</dcterms:created>
  <dcterms:modified xsi:type="dcterms:W3CDTF">2012-07-30T12:17:34Z</dcterms:modified>
</cp:coreProperties>
</file>